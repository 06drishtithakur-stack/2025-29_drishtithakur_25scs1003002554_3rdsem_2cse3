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ILM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5029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91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0" y="212140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26974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327355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Presentation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3977640"/>
            <a:ext cx="6702552" cy="2148840"/>
          </a:xfrm>
          <a:prstGeom prst="roundRect">
            <a:avLst>
              <a:gd name="adj" fmla="val 5106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4233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06440" y="42336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Thakur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8960" y="4690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06440" y="46908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25SCS1003002554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108960" y="5148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06440" y="51480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(AI &amp; ML), 3rd Semester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108960" y="56052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06440" y="56052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420624" cy="420624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01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Prodigy Infotech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43200"/>
            <a:ext cx="420624" cy="420624"/>
          </a:xfrm>
          <a:prstGeom prst="ellipse">
            <a:avLst/>
          </a:prstGeom>
          <a:solidFill>
            <a:srgbClr val="7A142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43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 &amp; Objectives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584448"/>
            <a:ext cx="420624" cy="420624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584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46557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425696"/>
            <a:ext cx="420624" cy="420624"/>
          </a:xfrm>
          <a:prstGeom prst="ellipse">
            <a:avLst/>
          </a:prstGeom>
          <a:solidFill>
            <a:srgbClr val="7A142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25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30682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 — Interactive Navigation Menu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178308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1901952"/>
            <a:ext cx="420624" cy="420624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01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17830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 — Stopwatch Web Application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2624328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2743200"/>
            <a:ext cx="420624" cy="420624"/>
          </a:xfrm>
          <a:prstGeom prst="ellipse">
            <a:avLst/>
          </a:prstGeom>
          <a:solidFill>
            <a:srgbClr val="7A1421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2743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262432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 — Tic-Tac-Toe Game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3465576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9672" y="3584448"/>
            <a:ext cx="420624" cy="420624"/>
          </a:xfrm>
          <a:prstGeom prst="ellipse">
            <a:avLst/>
          </a:prstGeom>
          <a:solidFill>
            <a:srgbClr val="0F1A3C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584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346557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Skills Gained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55080" y="4306824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425696"/>
            <a:ext cx="420624" cy="420624"/>
          </a:xfrm>
          <a:prstGeom prst="ellipse">
            <a:avLst/>
          </a:prstGeom>
          <a:solidFill>
            <a:srgbClr val="7A1421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425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30682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Conclusion &amp; Acknowledgment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Prodigy Infotech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is a Mumbai-based EdTech and IT services company offering 100% remote, task-based virtual internships for students and freshers.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theory-heavy modules, interns are given real, project-style tasks to complete independently — building a practical, resume-ready portfolio in the process.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offered include Web Development, Data Science, Machine Learning, Android Development, and Cybersecurity, with a completion certificate awarded on finishing the assigned tasks.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572000" cy="4114800"/>
          </a:xfrm>
          <a:prstGeom prst="roundRect">
            <a:avLst>
              <a:gd name="adj" fmla="val 3111"/>
            </a:avLst>
          </a:prstGeom>
          <a:solidFill>
            <a:srgbClr val="0F1A3C"/>
          </a:solidFill>
          <a:ln/>
        </p:spPr>
      </p:sp>
      <p:sp>
        <p:nvSpPr>
          <p:cNvPr id="6" name="Shape 4"/>
          <p:cNvSpPr/>
          <p:nvPr/>
        </p:nvSpPr>
        <p:spPr>
          <a:xfrm>
            <a:off x="8823960" y="2148840"/>
            <a:ext cx="1005840" cy="100584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7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4719" y="2279599"/>
            <a:ext cx="744322" cy="7443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34015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Remote / Virtual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06640" y="3968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06640" y="4206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Task-based, self-paced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06640" y="45354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Duration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4773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(extendable)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06640" y="5102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53400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+ portfolio project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57400"/>
            <a:ext cx="640080" cy="640080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6" name="Image 0" descr="/home/claude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 — building browser-based projects with HTML, CSS &amp; JavaScript.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03420" y="2057400"/>
            <a:ext cx="640080" cy="64008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11" name="Image 1" descr="/home/claude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2918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front-end concepts through independent, hands-on task-based projects.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7373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29500" y="2057400"/>
            <a:ext cx="640080" cy="640080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710" y="21406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29400" y="32918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was planned, built, tested in-browser, and version-controlled with Git.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17373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355580" y="2057400"/>
            <a:ext cx="640080" cy="64008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21" name="Image 3" descr="/home/claude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0" y="214061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55480" y="32918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complete, deployable web projects and a stronger front-end foundation.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/>
        </p:spPr>
      </p:sp>
      <p:pic>
        <p:nvPicPr>
          <p:cNvPr id="6" name="Image 0" descr="/home/claude/icons/htm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762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structure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488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/>
        </p:spPr>
      </p:sp>
      <p:pic>
        <p:nvPicPr>
          <p:cNvPr id="11" name="Image 1" descr="/home/claude/icons/cs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1343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21762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60720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layout &amp; animation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388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14884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/>
        </p:spPr>
      </p:sp>
      <p:pic>
        <p:nvPicPr>
          <p:cNvPr id="16" name="Image 2" descr="/home/claude/icons/javascri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13432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55480" y="217627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55480" y="2606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logic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02336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/>
        </p:spPr>
      </p:sp>
      <p:pic>
        <p:nvPicPr>
          <p:cNvPr id="21" name="Image 3" descr="/home/claude/icons/g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87952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0507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965960" y="4480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A122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02336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0F1A3C"/>
          </a:solidFill>
          <a:ln/>
        </p:spPr>
      </p:sp>
      <p:pic>
        <p:nvPicPr>
          <p:cNvPr id="26" name="Image 4" descr="/home/claude/icons/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187952"/>
            <a:ext cx="585216" cy="585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60720" y="40507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760720" y="4480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submission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8388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402336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5F6F8"/>
          </a:solidFill>
          <a:ln/>
        </p:spPr>
      </p:sp>
      <p:pic>
        <p:nvPicPr>
          <p:cNvPr id="31" name="Image 5" descr="/home/claude/icons/vs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187952"/>
            <a:ext cx="585216" cy="5852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55480" y="40507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555480" y="4480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Navigation Menu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30568" y="1691640"/>
            <a:ext cx="4901184" cy="1417320"/>
          </a:xfrm>
          <a:prstGeom prst="roundRect">
            <a:avLst>
              <a:gd name="adj" fmla="val 3871"/>
            </a:avLst>
          </a:prstGeom>
          <a:solidFill>
            <a:srgbClr val="0A122B"/>
          </a:solidFill>
          <a:ln/>
        </p:spPr>
      </p:sp>
      <p:pic>
        <p:nvPicPr>
          <p:cNvPr id="5" name="Image 0" descr="/home/claude/nav_top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64792"/>
            <a:ext cx="4754880" cy="4086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30568" y="3337560"/>
            <a:ext cx="4901184" cy="1417320"/>
          </a:xfrm>
          <a:prstGeom prst="roundRect">
            <a:avLst>
              <a:gd name="adj" fmla="val 3871"/>
            </a:avLst>
          </a:prstGeom>
          <a:solidFill>
            <a:srgbClr val="0A122B"/>
          </a:solidFill>
          <a:ln/>
        </p:spPr>
      </p:sp>
      <p:pic>
        <p:nvPicPr>
          <p:cNvPr id="7" name="Image 1" descr="/home/claude/nav_scrolled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410712"/>
            <a:ext cx="4754880" cy="408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page (transparent)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90372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scrolling (solid + shadow)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169164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navigation bar that stays pinned across every page and visually reacts to the user — transparent over the hero, then solid with a blurred background once scrolled.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" y="2920776"/>
            <a:ext cx="230063" cy="230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8620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 — visible on every page of the site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3375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5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" y="3377976"/>
            <a:ext cx="230063" cy="2300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3192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shadow change on scroll (JS class toggle)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8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6" y="3835176"/>
            <a:ext cx="230063" cy="2300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7764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underline on link hover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21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56" y="4292376"/>
            <a:ext cx="230063" cy="2300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5840" y="42336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hamburger menu for mobile screens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24" name="Image 6" descr="/home/claude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056" y="4749576"/>
            <a:ext cx="230063" cy="23006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05840" y="46908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Active-page link highlighting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Stopwatch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64808" y="1664208"/>
            <a:ext cx="5266944" cy="3746754"/>
          </a:xfrm>
          <a:prstGeom prst="roundRect">
            <a:avLst>
              <a:gd name="adj" fmla="val 1952"/>
            </a:avLst>
          </a:prstGeom>
          <a:solidFill>
            <a:srgbClr val="0A122B"/>
          </a:solidFill>
          <a:ln/>
        </p:spPr>
      </p:sp>
      <p:pic>
        <p:nvPicPr>
          <p:cNvPr id="5" name="Image 0" descr="/home/claude/stopwatch_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120640" cy="3600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precision stopwatch with start, pause, reset, and lap tracking — timed with performance.now() and requestAnimationFrame so it never drifts.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" y="2920776"/>
            <a:ext cx="230063" cy="230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620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Pause toggle with accurate elapsed-time tracking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310896" cy="310896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" y="3377976"/>
            <a:ext cx="230063" cy="230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3192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recording with per-lap split &amp; running total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" y="3835176"/>
            <a:ext cx="230063" cy="230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7764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/ slowest lap auto-highlighted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17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6" y="4292376"/>
            <a:ext cx="230063" cy="2300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2336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available only once paused (real stopwatch behavior)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20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56" y="4749576"/>
            <a:ext cx="230063" cy="2300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6908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color shifts with state — idle, running, paused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13448" y="1664208"/>
            <a:ext cx="4718304" cy="3360992"/>
          </a:xfrm>
          <a:prstGeom prst="roundRect">
            <a:avLst>
              <a:gd name="adj" fmla="val 2177"/>
            </a:avLst>
          </a:prstGeom>
          <a:solidFill>
            <a:srgbClr val="1D2B22"/>
          </a:solidFill>
          <a:ln/>
        </p:spPr>
      </p:sp>
      <p:pic>
        <p:nvPicPr>
          <p:cNvPr id="5" name="Image 0" descr="/home/claude/tictactoe_play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572000" cy="3214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two-mode Tic-Tac-Toe game — play locally with a friend, or challenge a built-in computer opponent driven by simple decision-making logic.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" y="2920776"/>
            <a:ext cx="230063" cy="230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62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2-Player and Vs Computer modes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" y="3377976"/>
            <a:ext cx="230063" cy="230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3192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 across all 8 possible lines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" y="3835176"/>
            <a:ext cx="230063" cy="230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7764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AI: win &gt; block &gt; center &gt; corner &gt; random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7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6" y="4292376"/>
            <a:ext cx="230063" cy="2300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233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line drawn across the winning row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4709160"/>
            <a:ext cx="310896" cy="310896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20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56" y="4749576"/>
            <a:ext cx="230063" cy="2300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6908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 (X / O / Draws) saved between visits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6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830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791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&amp; Event Handling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clicks, scroll listeners, and state changes with vanilla JavaScript.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11" name="Image 1" descr="/home/claude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3" y="20830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791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Precise Timing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017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and performance.now() are more reliable than setInterval.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011680"/>
            <a:ext cx="548640" cy="548640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16" name="Image 2" descr="/home/claude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3" y="208300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6791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Logic Design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017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win-checks and simple AI decision-making from scratch.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21" name="Image 3" descr="/home/claude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2775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Layout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interfaces that adapt cleanly from desktop down to mobile.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0F1A3C"/>
          </a:solidFill>
          <a:ln/>
        </p:spPr>
      </p:sp>
      <p:pic>
        <p:nvPicPr>
          <p:cNvPr id="26" name="Image 4" descr="/home/claude/icons/comp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043" y="427756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Details Matter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212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touches — animated hovers, state-based color — make projects feel finished.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31" name="Image 5" descr="/home/claude/icons/gith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523" y="427756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873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 Workflow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5212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Organizing, committing, and publishing project code professionally.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drift with setInterval on the stopwatch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requestAnimationFrame with timestamp math for frame-accurate timing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74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one navigation bar consistent across pages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34747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474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identical HTML/CSS/JS across pages rather than rebuilding per page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computer opponent without over-engineering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8006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simple, explainable win/block/center/corner heuristic instead of full minimax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Web Development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A122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7A1421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7A1421"/>
          </a:solidFill>
          <a:ln/>
        </p:spPr>
      </p:sp>
      <p:pic>
        <p:nvPicPr>
          <p:cNvPr id="5" name="Image 0" descr="/home/claude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11704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828800" y="2788920"/>
            <a:ext cx="8531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gave me hands-on experience turning core HTML, CSS, and JavaScript concepts into three complete, working web applications — strengthening both my technical foundation and my ability to plan and finish a project independently.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18304" y="4160520"/>
            <a:ext cx="2743200" cy="0"/>
          </a:xfrm>
          <a:prstGeom prst="line">
            <a:avLst/>
          </a:prstGeom>
          <a:noFill/>
          <a:ln w="12700">
            <a:solidFill>
              <a:srgbClr val="3A44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Thakur  ·  B.Tech (AI &amp; ML), 3rd Semester  ·  IILM University, Greater Noida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532180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 — Prodigy Infotech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2026-09-11T03:33:44Z</dcterms:created>
  <dcterms:modified xsi:type="dcterms:W3CDTF">2026-09-11T03:33:44Z</dcterms:modified>
</cp:coreProperties>
</file>